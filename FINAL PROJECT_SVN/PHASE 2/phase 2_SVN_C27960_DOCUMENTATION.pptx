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1" r:id="rId5"/>
    <p:sldId id="262" r:id="rId6"/>
    <p:sldId id="263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Phase II – Business Processes</a:t>
            </a:r>
          </a:p>
          <a:p>
            <a:r>
              <a:t>Security Violation Notifier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Group C • Nshuro Arnaud Nelligan (27960)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000" b="1" u="sng" dirty="0"/>
              <a:t>Business Process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400" dirty="0"/>
              <a:t>Automated monitoring of suspicious user activities.</a:t>
            </a:r>
          </a:p>
          <a:p>
            <a:r>
              <a:rPr sz="1400" dirty="0"/>
              <a:t>Detects privacy/security violations and alerts administrators in real time.</a:t>
            </a:r>
          </a:p>
          <a:p>
            <a:r>
              <a:rPr sz="1400" dirty="0"/>
              <a:t>Replaces manual monitoring with an intelligent notification system.</a:t>
            </a:r>
            <a:endParaRPr lang="en-US" sz="1400" dirty="0"/>
          </a:p>
          <a:p>
            <a:endParaRPr lang="en-US" sz="1600" dirty="0"/>
          </a:p>
          <a:p>
            <a:pPr marL="0" indent="0" algn="ctr">
              <a:buNone/>
            </a:pPr>
            <a:r>
              <a:rPr lang="en-US" sz="2000" b="1" u="sng" dirty="0"/>
              <a:t>Actors Involved</a:t>
            </a:r>
          </a:p>
          <a:p>
            <a:pPr marL="0" indent="0" algn="ctr">
              <a:buNone/>
            </a:pPr>
            <a:endParaRPr lang="en-US" sz="2000" b="1" u="sng" dirty="0"/>
          </a:p>
          <a:p>
            <a:r>
              <a:rPr lang="en-US" sz="1400" dirty="0"/>
              <a:t>- System Administrator: Configures rules &amp; handles alerts</a:t>
            </a:r>
          </a:p>
          <a:p>
            <a:r>
              <a:rPr lang="en-US" sz="1400" dirty="0"/>
              <a:t>- Security Officer: Investigates incidents</a:t>
            </a:r>
          </a:p>
          <a:p>
            <a:r>
              <a:rPr lang="en-US" sz="1400" dirty="0"/>
              <a:t>- End Users: Their activities are monitored</a:t>
            </a:r>
          </a:p>
          <a:p>
            <a:r>
              <a:rPr lang="en-US" sz="1400" dirty="0"/>
              <a:t>- Authentication Server</a:t>
            </a:r>
          </a:p>
          <a:p>
            <a:r>
              <a:rPr lang="en-US" sz="1400" dirty="0"/>
              <a:t>- Notification Service</a:t>
            </a:r>
          </a:p>
          <a:p>
            <a:r>
              <a:rPr lang="en-US" sz="1400" dirty="0"/>
              <a:t>- System Database</a:t>
            </a:r>
          </a:p>
          <a:p>
            <a:pPr marL="0" indent="0">
              <a:buNone/>
            </a:pPr>
            <a:endParaRPr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000" b="1" u="sng" dirty="0"/>
              <a:t>Triggers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sz="1600" dirty="0"/>
              <a:t>- Unauthorized login attempt</a:t>
            </a:r>
          </a:p>
          <a:p>
            <a:r>
              <a:rPr sz="1600" dirty="0"/>
              <a:t>- Accessing restricted resources</a:t>
            </a:r>
          </a:p>
          <a:p>
            <a:r>
              <a:rPr sz="1600" dirty="0"/>
              <a:t>- Multiple failed logins</a:t>
            </a:r>
          </a:p>
          <a:p>
            <a:r>
              <a:rPr sz="1600" dirty="0"/>
              <a:t>- Suspicious location/device login</a:t>
            </a:r>
          </a:p>
          <a:p>
            <a:r>
              <a:rPr sz="1600" dirty="0"/>
              <a:t>- Data download spikes</a:t>
            </a:r>
          </a:p>
          <a:p>
            <a:r>
              <a:rPr sz="1600" dirty="0"/>
              <a:t>- Tampering with security settings</a:t>
            </a:r>
            <a:endParaRPr lang="en-US" sz="1600" dirty="0"/>
          </a:p>
          <a:p>
            <a:pPr marL="0" indent="0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2000" b="1" u="sng" dirty="0"/>
              <a:t>Pre- &amp; Post-Conditions          </a:t>
            </a:r>
          </a:p>
          <a:p>
            <a:r>
              <a:rPr lang="en-US" sz="1800" dirty="0"/>
              <a:t>Pre-Conditions:</a:t>
            </a:r>
          </a:p>
          <a:p>
            <a:r>
              <a:rPr lang="en-US" sz="1800" dirty="0"/>
              <a:t>• User accounts &amp; roles exist</a:t>
            </a:r>
          </a:p>
          <a:p>
            <a:r>
              <a:rPr lang="en-US" sz="1800" dirty="0"/>
              <a:t>• Monitoring rules configured</a:t>
            </a:r>
          </a:p>
          <a:p>
            <a:r>
              <a:rPr lang="en-US" sz="1800" dirty="0"/>
              <a:t>• Log sources connected</a:t>
            </a:r>
          </a:p>
          <a:p>
            <a:r>
              <a:rPr lang="en-US" sz="1800" dirty="0"/>
              <a:t>• Notification channels active</a:t>
            </a:r>
          </a:p>
          <a:p>
            <a:endParaRPr lang="en-US" sz="1800" dirty="0"/>
          </a:p>
          <a:p>
            <a:r>
              <a:rPr lang="en-US" sz="1800" dirty="0"/>
              <a:t>Post-Conditions:</a:t>
            </a:r>
          </a:p>
          <a:p>
            <a:r>
              <a:rPr lang="en-US" sz="1800" dirty="0"/>
              <a:t>• Alert delivered</a:t>
            </a:r>
          </a:p>
          <a:p>
            <a:r>
              <a:rPr lang="en-US" sz="1800" dirty="0"/>
              <a:t>• Violation logged</a:t>
            </a:r>
          </a:p>
          <a:p>
            <a:r>
              <a:rPr lang="en-US" sz="1800" dirty="0"/>
              <a:t>• Dashboard updated</a:t>
            </a:r>
          </a:p>
          <a:p>
            <a:r>
              <a:rPr lang="en-US" sz="1800" dirty="0"/>
              <a:t>• Investigation record stored</a:t>
            </a:r>
          </a:p>
          <a:p>
            <a:pPr marL="0" indent="0">
              <a:buNone/>
            </a:pPr>
            <a:r>
              <a:rPr lang="en-US" sz="1800" b="1" u="sng" dirty="0"/>
              <a:t>         </a:t>
            </a:r>
            <a:endParaRPr sz="1800" b="1" u="sng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000" b="1" u="sng" dirty="0"/>
              <a:t>Core Business Process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400" dirty="0"/>
              <a:t>1. Monitor activities in real time</a:t>
            </a:r>
          </a:p>
          <a:p>
            <a:r>
              <a:rPr sz="1400" dirty="0"/>
              <a:t>2. Log user actions</a:t>
            </a:r>
          </a:p>
          <a:p>
            <a:r>
              <a:rPr sz="1400" dirty="0"/>
              <a:t>3. Analyze actions</a:t>
            </a:r>
          </a:p>
          <a:p>
            <a:r>
              <a:rPr sz="1400" dirty="0"/>
              <a:t>4. If normal → store log</a:t>
            </a:r>
          </a:p>
          <a:p>
            <a:r>
              <a:rPr sz="1400" dirty="0"/>
              <a:t>5. If violation → classify</a:t>
            </a:r>
          </a:p>
          <a:p>
            <a:r>
              <a:rPr sz="1400" dirty="0"/>
              <a:t>6. Generate alert</a:t>
            </a:r>
          </a:p>
          <a:p>
            <a:r>
              <a:rPr sz="1400" dirty="0"/>
              <a:t>7. Notify admin</a:t>
            </a:r>
          </a:p>
          <a:p>
            <a:r>
              <a:rPr sz="1400" dirty="0"/>
              <a:t>8. Admin investigates</a:t>
            </a:r>
          </a:p>
          <a:p>
            <a:r>
              <a:rPr sz="1400" dirty="0"/>
              <a:t>9. Close case</a:t>
            </a:r>
            <a:endParaRPr lang="en-US" sz="1400" dirty="0"/>
          </a:p>
          <a:p>
            <a:pPr marL="0" indent="0" algn="ctr">
              <a:buNone/>
            </a:pPr>
            <a:r>
              <a:rPr lang="en-US" sz="2000" b="1" u="sng" dirty="0"/>
              <a:t>Business Rules</a:t>
            </a:r>
          </a:p>
          <a:p>
            <a:r>
              <a:rPr lang="en-US" sz="1400" dirty="0"/>
              <a:t>BR1: Authorization rule</a:t>
            </a:r>
          </a:p>
          <a:p>
            <a:r>
              <a:rPr lang="en-US" sz="1400" dirty="0"/>
              <a:t>BR2: Failed login thresholds</a:t>
            </a:r>
          </a:p>
          <a:p>
            <a:r>
              <a:rPr lang="en-US" sz="1400" dirty="0"/>
              <a:t>BR3: Anomaly detection</a:t>
            </a:r>
          </a:p>
          <a:p>
            <a:r>
              <a:rPr lang="en-US" sz="1400" dirty="0"/>
              <a:t>BR4: Data access restrictions</a:t>
            </a:r>
          </a:p>
          <a:p>
            <a:r>
              <a:rPr lang="en-US" sz="1400" dirty="0"/>
              <a:t>BR5: Critical alert notification</a:t>
            </a:r>
          </a:p>
          <a:p>
            <a:r>
              <a:rPr lang="en-US" sz="1400" dirty="0"/>
              <a:t>BR6: Audit logging</a:t>
            </a:r>
          </a:p>
          <a:p>
            <a:pPr marL="0" indent="0">
              <a:buNone/>
            </a:pPr>
            <a:endParaRPr lang="en-US" sz="2000" b="1" u="sng" dirty="0"/>
          </a:p>
          <a:p>
            <a:pPr marL="0" indent="0" algn="ctr">
              <a:buNone/>
            </a:pPr>
            <a:endParaRPr sz="2000" b="1" u="sng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5BC4F34-CA26-AB54-68A6-FD7031EBE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u="sng" dirty="0"/>
              <a:t>BPMN DIAGRAM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14902C7-333A-CF96-9FAA-B097922C54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88891" y="1255025"/>
            <a:ext cx="4535899" cy="4525963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BPMN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n-US" sz="1400" b="1" u="sng" dirty="0"/>
              <a:t>USER LANE</a:t>
            </a:r>
            <a:r>
              <a:rPr lang="en-US" sz="1400" dirty="0"/>
              <a:t>: </a:t>
            </a:r>
            <a:r>
              <a:rPr lang="en-US" sz="1400" b="1" dirty="0"/>
              <a:t>Perform Action, </a:t>
            </a:r>
            <a:r>
              <a:rPr lang="en-US" sz="1400" dirty="0"/>
              <a:t>The user attempts an operation such as: login, open a file, access a restricted table, perform an update/delete</a:t>
            </a:r>
          </a:p>
          <a:p>
            <a:pPr>
              <a:buFont typeface="+mj-lt"/>
              <a:buAutoNum type="arabicPeriod"/>
            </a:pPr>
            <a:endParaRPr lang="en-US" sz="1400" dirty="0"/>
          </a:p>
          <a:p>
            <a:pPr>
              <a:buFont typeface="+mj-lt"/>
              <a:buAutoNum type="arabicPeriod"/>
            </a:pPr>
            <a:r>
              <a:rPr lang="en-US" sz="1400" b="1" u="sng" dirty="0"/>
              <a:t>MONITORING ENGINE LANE</a:t>
            </a:r>
            <a:r>
              <a:rPr lang="en-US" sz="1400" dirty="0"/>
              <a:t>: </a:t>
            </a:r>
            <a:r>
              <a:rPr lang="en-US" sz="1400" b="1" dirty="0"/>
              <a:t>The system logs, </a:t>
            </a:r>
            <a:r>
              <a:rPr lang="en-US" sz="1400" dirty="0"/>
              <a:t>user ID, timestamp, operation type, IP address/ device</a:t>
            </a:r>
          </a:p>
          <a:p>
            <a:pPr>
              <a:buFont typeface="+mj-lt"/>
              <a:buAutoNum type="arabicPeriod"/>
            </a:pPr>
            <a:endParaRPr lang="en-US" sz="1400" dirty="0"/>
          </a:p>
          <a:p>
            <a:pPr>
              <a:buFont typeface="+mj-lt"/>
              <a:buAutoNum type="arabicPeriod"/>
            </a:pPr>
            <a:r>
              <a:rPr lang="en-US" sz="1400" b="1" u="sng" dirty="0"/>
              <a:t>ANALYZER LANE</a:t>
            </a:r>
            <a:r>
              <a:rPr lang="en-US" sz="1400" b="1" dirty="0"/>
              <a:t>: Violation?, </a:t>
            </a:r>
            <a:r>
              <a:rPr lang="en-US" sz="1400" dirty="0"/>
              <a:t>if no then normal log record, if yes the flow continues to notification service</a:t>
            </a:r>
          </a:p>
          <a:p>
            <a:pPr>
              <a:buFont typeface="+mj-lt"/>
              <a:buAutoNum type="arabicPeriod"/>
            </a:pPr>
            <a:endParaRPr lang="en-US" sz="1400" dirty="0"/>
          </a:p>
          <a:p>
            <a:pPr>
              <a:buAutoNum type="arabicPeriod" startAt="4"/>
            </a:pPr>
            <a:r>
              <a:rPr lang="en-US" sz="1400" b="1" u="sng" dirty="0"/>
              <a:t>NOTIFICATON SERVICE LANE</a:t>
            </a:r>
            <a:r>
              <a:rPr lang="en-US" sz="1400" b="1" dirty="0"/>
              <a:t>: Classify Violation,</a:t>
            </a:r>
            <a:r>
              <a:rPr lang="en-US" sz="1400" dirty="0"/>
              <a:t> in types: Unauthorized access, Multiple failed logins , Accessing restricted data, Malicious action attempt,</a:t>
            </a:r>
            <a:r>
              <a:rPr lang="en-US" sz="1400" b="1" dirty="0"/>
              <a:t> Generate Alert Message, </a:t>
            </a:r>
            <a:r>
              <a:rPr lang="en-US" sz="1400" dirty="0"/>
              <a:t>Creates a structured alert containing: Username, Time of event, Violation type, Severity level, </a:t>
            </a:r>
            <a:r>
              <a:rPr lang="en-US" sz="1400" b="1" dirty="0"/>
              <a:t>Send Notification, </a:t>
            </a:r>
            <a:r>
              <a:rPr lang="en-US" sz="1400" dirty="0" err="1"/>
              <a:t>seent</a:t>
            </a:r>
            <a:r>
              <a:rPr lang="en-US" sz="1400" dirty="0"/>
              <a:t> via: Email, SMS, System dashboard pop-up</a:t>
            </a:r>
          </a:p>
          <a:p>
            <a:pPr>
              <a:buAutoNum type="arabicPeriod" startAt="4"/>
            </a:pPr>
            <a:endParaRPr lang="en-US" sz="1400" dirty="0"/>
          </a:p>
          <a:p>
            <a:pPr>
              <a:buAutoNum type="arabicPeriod" startAt="4"/>
            </a:pPr>
            <a:r>
              <a:rPr lang="en-US" sz="1400" b="1" u="sng" dirty="0"/>
              <a:t>ADMINISTRATOR LANE: </a:t>
            </a:r>
            <a:r>
              <a:rPr lang="en-US" sz="1400" b="1" dirty="0"/>
              <a:t> Receive alert,</a:t>
            </a:r>
            <a:r>
              <a:rPr lang="en-US" sz="1400" dirty="0"/>
              <a:t> admin gets the violation notice, </a:t>
            </a:r>
            <a:r>
              <a:rPr lang="en-US" sz="1400" b="1" dirty="0"/>
              <a:t>investigate incident, </a:t>
            </a:r>
            <a:r>
              <a:rPr lang="en-US" sz="1400" dirty="0"/>
              <a:t> admin checks logs, user history, severity, possible threat level, </a:t>
            </a:r>
            <a:r>
              <a:rPr lang="en-US" sz="1400" b="1" dirty="0"/>
              <a:t>take action,</a:t>
            </a:r>
            <a:r>
              <a:rPr lang="en-US" sz="1400" dirty="0"/>
              <a:t> possible actions: look user, reset password, issue warning, escalate  case, document solution</a:t>
            </a:r>
            <a:endParaRPr lang="en-US" sz="1400" b="1" u="sng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409</Words>
  <Application>Microsoft Office PowerPoint</Application>
  <PresentationFormat>On-screen Show (4:3)</PresentationFormat>
  <Paragraphs>65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Phase II – Business Processes Security Violation Notifier</vt:lpstr>
      <vt:lpstr>Business Process Overview</vt:lpstr>
      <vt:lpstr>Triggers</vt:lpstr>
      <vt:lpstr>Core Business Process Flow</vt:lpstr>
      <vt:lpstr>BPMN DIAGRAM</vt:lpstr>
      <vt:lpstr>BPMN 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Nelly</dc:creator>
  <cp:keywords/>
  <dc:description>generated using python-pptx</dc:description>
  <cp:lastModifiedBy>NSHURO Nelligan</cp:lastModifiedBy>
  <cp:revision>2</cp:revision>
  <dcterms:created xsi:type="dcterms:W3CDTF">2013-01-27T09:14:16Z</dcterms:created>
  <dcterms:modified xsi:type="dcterms:W3CDTF">2025-12-01T19:29:44Z</dcterms:modified>
  <cp:category/>
</cp:coreProperties>
</file>